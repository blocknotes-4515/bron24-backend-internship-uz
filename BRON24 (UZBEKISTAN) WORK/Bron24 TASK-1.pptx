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B5785C8-177B-40F8-AA61-D0B09AD0394A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896D176-044A-4932-B987-D84893E822D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082" y="260648"/>
            <a:ext cx="7406640" cy="1472184"/>
          </a:xfrm>
        </p:spPr>
        <p:txBody>
          <a:bodyPr/>
          <a:lstStyle/>
          <a:p>
            <a:pPr algn="ctr"/>
            <a:r>
              <a:rPr lang="en-US" dirty="0" smtClean="0"/>
              <a:t>Bron24 Task-1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498816"/>
          </a:xfrm>
        </p:spPr>
        <p:txBody>
          <a:bodyPr/>
          <a:lstStyle/>
          <a:p>
            <a:pPr algn="ctr"/>
            <a:r>
              <a:rPr lang="en-US" dirty="0" smtClean="0"/>
              <a:t>Represented By - Dhruv Dhayal</a:t>
            </a:r>
            <a:endParaRPr lang="en-IN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403648" y="2780928"/>
            <a:ext cx="7406640" cy="3816424"/>
          </a:xfrm>
          <a:prstGeom prst="rect">
            <a:avLst/>
          </a:prstGeom>
        </p:spPr>
        <p:txBody>
          <a:bodyPr tIns="0">
            <a:normAutofit fontScale="92500" lnSpcReduction="20000"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41782" indent="-514350">
              <a:buFont typeface="+mj-lt"/>
              <a:buAutoNum type="arabicPeriod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Vision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of the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Feature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Bron24 should become a platform where players not only book grounds but also build teams, find players, organize matches, interact socially, and grow a sports community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Main goal: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Increase daily engagement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Build retention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Create active sports communities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 dependency only on bookings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626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5472608" cy="6511017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2. Main Features</a:t>
            </a:r>
          </a:p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i="1" dirty="0">
                <a:latin typeface="Times New Roman" pitchFamily="18" charset="0"/>
                <a:cs typeface="Times New Roman" pitchFamily="18" charset="0"/>
              </a:rPr>
              <a:t>Team Creation </a:t>
            </a:r>
            <a:r>
              <a:rPr lang="en-IN" sz="2000" i="1" dirty="0" smtClean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r>
              <a:rPr lang="en-US" sz="2000" b="1" dirty="0"/>
              <a:t>Users can: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Create </a:t>
            </a:r>
            <a:r>
              <a:rPr lang="en-US" sz="2000" dirty="0" smtClean="0"/>
              <a:t>public like random/private teams like Friend circle type </a:t>
            </a:r>
            <a:endParaRPr lang="en-US" sz="2000" dirty="0"/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Add team logo/banner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Invite players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Assign captain/admin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Mention sports type: </a:t>
            </a:r>
            <a:r>
              <a:rPr lang="en-US" sz="2000" dirty="0" smtClean="0"/>
              <a:t>Football, Basketball and other games.</a:t>
            </a:r>
          </a:p>
          <a:p>
            <a:pPr marL="370332" indent="-342900">
              <a:buFont typeface="Arial" pitchFamily="34" charset="0"/>
              <a:buChar char="•"/>
            </a:pPr>
            <a:endParaRPr lang="en-US" sz="2000" dirty="0" smtClean="0"/>
          </a:p>
          <a:p>
            <a:r>
              <a:rPr lang="en-US" sz="2000" b="1" dirty="0"/>
              <a:t>Backend Logic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Entities: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Users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Teams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Team Members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Team Roles</a:t>
            </a:r>
          </a:p>
          <a:p>
            <a:endParaRPr lang="en-US" sz="2000" dirty="0"/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769754"/>
              </p:ext>
            </p:extLst>
          </p:nvPr>
        </p:nvGraphicFramePr>
        <p:xfrm>
          <a:off x="3491880" y="5013176"/>
          <a:ext cx="1895872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5872"/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Database Tables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Users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Teams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Team Members</a:t>
                      </a:r>
                      <a:br>
                        <a:rPr lang="en-IN" dirty="0" smtClean="0"/>
                      </a:br>
                      <a:r>
                        <a:rPr lang="en-IN" dirty="0" smtClean="0"/>
                        <a:t>Team Invites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3" t="1917" r="7409"/>
          <a:stretch/>
        </p:blipFill>
        <p:spPr bwMode="auto">
          <a:xfrm>
            <a:off x="6300192" y="230352"/>
            <a:ext cx="2424546" cy="6511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36605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5472608" cy="6511017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3. 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Find Players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Feature 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500" dirty="0">
                <a:latin typeface="Times New Roman" pitchFamily="18" charset="0"/>
                <a:cs typeface="Times New Roman" pitchFamily="18" charset="0"/>
              </a:rPr>
              <a:t>This can become the strongest feature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.)</a:t>
            </a:r>
            <a:endParaRPr lang="en-IN" sz="15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Problem: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Many people: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Don’t have enough players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Need substitutes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Want nearby players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Solution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000" i="1" u="sng" dirty="0">
                <a:latin typeface="Times New Roman" pitchFamily="18" charset="0"/>
                <a:cs typeface="Times New Roman" pitchFamily="18" charset="0"/>
              </a:rPr>
              <a:t>Find Players Nearby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Users can:</a:t>
            </a:r>
          </a:p>
          <a:p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Post match requirement </a:t>
            </a:r>
          </a:p>
          <a:p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Mention: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location, sports Timing, Required Players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Geo-location search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Match recommendations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Player matching algorithm</a:t>
            </a: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470641"/>
              </p:ext>
            </p:extLst>
          </p:nvPr>
        </p:nvGraphicFramePr>
        <p:xfrm>
          <a:off x="4499992" y="836712"/>
          <a:ext cx="4464496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2248"/>
                <a:gridCol w="2232248"/>
              </a:tblGrid>
              <a:tr h="4989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Finding the Players for Games Depends on Two Category</a:t>
                      </a:r>
                      <a:r>
                        <a:rPr lang="en-US" sz="1500" baseline="0" dirty="0" smtClean="0"/>
                        <a:t> </a:t>
                      </a:r>
                      <a:endParaRPr lang="en-IN" sz="15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8904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Private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Public</a:t>
                      </a:r>
                      <a:endParaRPr lang="en-IN" sz="1500" dirty="0"/>
                    </a:p>
                  </a:txBody>
                  <a:tcPr/>
                </a:tc>
              </a:tr>
              <a:tr h="712714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500" dirty="0" smtClean="0"/>
                        <a:t>Like Friend Circle 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500" dirty="0" smtClean="0"/>
                        <a:t>Geo-location</a:t>
                      </a:r>
                      <a:r>
                        <a:rPr lang="en-US" sz="1500" baseline="0" dirty="0" smtClean="0"/>
                        <a:t> search the user who also looking to search someone to play.</a:t>
                      </a:r>
                      <a:endParaRPr lang="en-IN" sz="1500" dirty="0"/>
                    </a:p>
                  </a:txBody>
                  <a:tcPr/>
                </a:tc>
              </a:tr>
              <a:tr h="1354157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500" dirty="0" smtClean="0"/>
                        <a:t>Already Planned Family</a:t>
                      </a:r>
                      <a:r>
                        <a:rPr lang="en-US" sz="1500" baseline="0" dirty="0" smtClean="0"/>
                        <a:t> Members 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500" dirty="0" smtClean="0"/>
                        <a:t>e.g: like taxi apps where we can find taxi</a:t>
                      </a:r>
                      <a:r>
                        <a:rPr lang="en-US" sz="1500" baseline="0" dirty="0" smtClean="0"/>
                        <a:t> here we can find players who looking someone as team player to play same game </a:t>
                      </a:r>
                    </a:p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500" baseline="0" dirty="0" smtClean="0"/>
                        <a:t>send Invite-&gt;plan-&gt;play</a:t>
                      </a:r>
                      <a:endParaRPr lang="en-IN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08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7848872" cy="6511017"/>
          </a:xfrm>
          <a:prstGeom prst="rect">
            <a:avLst/>
          </a:prstGeom>
        </p:spPr>
        <p:txBody>
          <a:bodyPr tIns="0">
            <a:normAutofit lnSpcReduction="10000"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Feed 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System (Posts/Stories,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etc……) </a:t>
            </a:r>
            <a:r>
              <a:rPr lang="en-IN" sz="1500" dirty="0">
                <a:latin typeface="Times New Roman" pitchFamily="18" charset="0"/>
                <a:cs typeface="Times New Roman" pitchFamily="18" charset="0"/>
              </a:rPr>
              <a:t>This increases retention massively</a:t>
            </a:r>
            <a:r>
              <a:rPr lang="en-IN" sz="1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IN" sz="15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Users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after making profile can: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Upload posts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Upload stories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Share match moments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Upload goals/highlights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Tag teammates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(friends, families, etc….)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Like/comment to other players posts, stories increases engagement and all.</a:t>
            </a:r>
          </a:p>
          <a:p>
            <a:pPr marL="370332" indent="-34290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Suggested Feed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Types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Posts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Permanent content.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Stories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Disappear after 24 hours.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Match Highlights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Short clips/photos after games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324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7920880" cy="6511017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4.1. </a:t>
            </a:r>
            <a:r>
              <a:rPr lang="en-US" sz="2000" b="1" dirty="0"/>
              <a:t>Player Profile System</a:t>
            </a:r>
          </a:p>
          <a:p>
            <a:r>
              <a:rPr lang="en-US" sz="2000" dirty="0"/>
              <a:t>Profiles should feel like athlete profiles.</a:t>
            </a:r>
          </a:p>
          <a:p>
            <a:r>
              <a:rPr lang="en-US" sz="2000" b="1" dirty="0"/>
              <a:t>Profile </a:t>
            </a:r>
            <a:r>
              <a:rPr lang="en-US" sz="2000" b="1" dirty="0" smtClean="0"/>
              <a:t>Includes </a:t>
            </a:r>
            <a:r>
              <a:rPr lang="en-US" sz="2000" dirty="0" smtClean="0"/>
              <a:t>Name, Sports, Skill level, Matches played,  Win ratio, Position, Ratings, Achievements 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4.2.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Skill Based Matchmaking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can become Bron24’s unique feature.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Instead of random players: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Beginner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Intermediate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Advanced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Professional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Users get matched accordingly.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582204"/>
              </p:ext>
            </p:extLst>
          </p:nvPr>
        </p:nvGraphicFramePr>
        <p:xfrm>
          <a:off x="2051720" y="1628800"/>
          <a:ext cx="280831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/>
              </a:tblGrid>
              <a:tr h="34881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For Example</a:t>
                      </a:r>
                      <a:endParaRPr lang="en-IN" dirty="0"/>
                    </a:p>
                  </a:txBody>
                  <a:tcPr/>
                </a:tc>
              </a:tr>
              <a:tr h="11336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Dhruv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Football Midfielder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42 Matches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4.8 Rating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015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7920880" cy="6511017"/>
          </a:xfrm>
          <a:prstGeom prst="rect">
            <a:avLst/>
          </a:prstGeom>
        </p:spPr>
        <p:txBody>
          <a:bodyPr tIns="0">
            <a:normAutofit fontScale="92500" lnSpcReduction="10000"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4.3.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Ratings &amp; Reputation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System</a:t>
            </a:r>
          </a:p>
          <a:p>
            <a:r>
              <a:rPr lang="en-US" sz="2000" dirty="0" smtClean="0"/>
              <a:t>After </a:t>
            </a:r>
            <a:r>
              <a:rPr lang="en-US" sz="2000" dirty="0"/>
              <a:t>matches: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Players rate each other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/>
              <a:t>Suggestion and comment section tells about like(location, clubs facility and all is good bad, timings, equipment's available or not this and that)</a:t>
            </a:r>
            <a:endParaRPr lang="en-US" sz="2000" dirty="0"/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Improve trust </a:t>
            </a:r>
          </a:p>
          <a:p>
            <a:r>
              <a:rPr lang="en-US" sz="2000" dirty="0"/>
              <a:t>Categories: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Sportsmanship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/>
              <a:t>Teamwork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/>
              <a:t>Punctuality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4.4 Real-Time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This is where backend becomes important.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Use Cases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Live invitations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Match joining updates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Team chats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Notifications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Real-time booking status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r="14107"/>
          <a:stretch/>
        </p:blipFill>
        <p:spPr bwMode="auto">
          <a:xfrm>
            <a:off x="5763492" y="1762975"/>
            <a:ext cx="2757056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3582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7920880" cy="6511017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Main Screens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Core Screens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Home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Feed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Discover Players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Teams, Match Requests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Chat, Booking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Profile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Notifications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Backend Architecture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Suggestion</a:t>
            </a:r>
          </a:p>
          <a:p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Authentication Service: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JWT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auth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OAuth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Team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Service: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Team management, Invitations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Match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Service: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Match creation, Scheduling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Feed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Service: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Posts/stories/comments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Notification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Service: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Push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notifications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Recommendation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Engine: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Nearby players, Skill matching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439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09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43608" y="230351"/>
            <a:ext cx="7920880" cy="6511017"/>
          </a:xfrm>
          <a:prstGeom prst="rect">
            <a:avLst/>
          </a:prstGeom>
        </p:spPr>
        <p:txBody>
          <a:bodyPr tIns="0">
            <a:normAutofit fontScale="92500" lnSpcReduction="10000"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7.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Unique Suggestions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A. AI Player Matching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Recommend players based on skill level, location, play style, and activity using AI.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B. Match Analytics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Track goals, assists, ratings, and performance statistics after every game.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C. Tournament System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 users to create tournaments, manage brackets, and view leaderboards.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D. Verified Players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Provide verification badges to trusted and genuine users.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E. Scalability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Implement the Chabot System Integration to guide new upcoming users, sportsperson and all.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8.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Business Impact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Increases user engagement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repeat user activity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Builds strong community loyalty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Creates monetization opportunities </a:t>
            </a:r>
          </a:p>
          <a:p>
            <a:pPr marL="370332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Indirectly boosts venue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bookings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355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11854" y="186416"/>
            <a:ext cx="7920880" cy="6511017"/>
          </a:xfrm>
          <a:prstGeom prst="rect">
            <a:avLst/>
          </a:prstGeom>
        </p:spPr>
        <p:txBody>
          <a:bodyPr tIns="0">
            <a:normAutofit/>
          </a:bodyPr>
          <a:lstStyle>
            <a:lvl1pPr marL="27432" indent="0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600" kern="1200">
                <a:solidFill>
                  <a:schemeClr val="tx2">
                    <a:shade val="30000"/>
                    <a:satMod val="1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None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000" i="1" dirty="0" smtClean="0">
                <a:latin typeface="Times New Roman" pitchFamily="18" charset="0"/>
                <a:cs typeface="Times New Roman" pitchFamily="18" charset="0"/>
              </a:rPr>
              <a:t>9.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Final </a:t>
            </a: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Closing Statement</a:t>
            </a:r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Bron24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should not feel like only a booking application.</a:t>
            </a:r>
            <a:b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should feel like a digital sports ecosystem where players connect, compete, communicate, and grow together as a community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kind of response will make you look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Product-oriented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Startup-minded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Backend-aware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Scalable-thinking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Serious about engineering</a:t>
            </a:r>
          </a:p>
          <a:p>
            <a:pPr marL="0" lv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3482" y="1844824"/>
            <a:ext cx="3122743" cy="4799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117" y="4517025"/>
            <a:ext cx="2127021" cy="2127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612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89</TotalTime>
  <Words>515</Words>
  <Application>Microsoft Office PowerPoint</Application>
  <PresentationFormat>On-screen Show (4:3)</PresentationFormat>
  <Paragraphs>164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Solstice</vt:lpstr>
      <vt:lpstr>Bron24 Task-1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Bron24 Task-1</dc:title>
  <dc:creator>Admin</dc:creator>
  <cp:lastModifiedBy>Admin</cp:lastModifiedBy>
  <cp:revision>11</cp:revision>
  <dcterms:created xsi:type="dcterms:W3CDTF">2026-05-10T13:51:51Z</dcterms:created>
  <dcterms:modified xsi:type="dcterms:W3CDTF">2026-05-10T15:21:00Z</dcterms:modified>
</cp:coreProperties>
</file>